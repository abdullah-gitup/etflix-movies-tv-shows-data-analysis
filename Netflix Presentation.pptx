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Netflix Movies &amp; TV Shows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4504"/>
            <a:ext cx="8229600" cy="4631660"/>
          </a:xfrm>
          <a:blipFill dpi="0" rotWithShape="1">
            <a:blip r:embed="rId2">
              <a:alphaModFix amt="39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sz="2400" b="1" dirty="0"/>
              <a:t>Internship: </a:t>
            </a:r>
            <a:r>
              <a:rPr lang="en-US" sz="2400" b="1" dirty="0"/>
              <a:t>     </a:t>
            </a:r>
            <a:r>
              <a:rPr dirty="0"/>
              <a:t>Unified Mentor </a:t>
            </a:r>
            <a:r>
              <a:rPr lang="en-US" dirty="0"/>
              <a:t>_</a:t>
            </a:r>
            <a:r>
              <a:rPr dirty="0"/>
              <a:t> Data Analyst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 lang="en-US" sz="2400" b="1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sz="2400" b="1" dirty="0"/>
              <a:t>Name: </a:t>
            </a:r>
            <a:r>
              <a:rPr lang="en-US" sz="2400" b="1" dirty="0"/>
              <a:t>             </a:t>
            </a:r>
            <a:r>
              <a:rPr dirty="0"/>
              <a:t>Abdullah </a:t>
            </a:r>
            <a:r>
              <a:rPr lang="en-US" dirty="0"/>
              <a:t>J</a:t>
            </a:r>
            <a:r>
              <a:rPr dirty="0"/>
              <a:t>affari</a:t>
            </a:r>
            <a:r>
              <a:rPr lang="en-US" dirty="0"/>
              <a:t> Syed</a:t>
            </a: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US" sz="2400" b="1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sz="2400" b="1" dirty="0"/>
              <a:t>Tools: </a:t>
            </a:r>
            <a:r>
              <a:rPr lang="en-US" sz="2400" b="1" dirty="0"/>
              <a:t>               </a:t>
            </a:r>
            <a:r>
              <a:rPr dirty="0"/>
              <a:t>Python (Pandas, Matplotlib, Seaborn, </a:t>
            </a:r>
            <a:r>
              <a:rPr dirty="0" err="1"/>
              <a:t>WordCloud</a:t>
            </a:r>
            <a:r>
              <a:rPr dirty="0"/>
              <a:t>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sz="2400" b="1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lang="en-IN" sz="2400" b="1" dirty="0"/>
              <a:t>Dataset Size:   </a:t>
            </a:r>
            <a:r>
              <a:rPr dirty="0"/>
              <a:t>8,790 entries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Analyzed Netflix content library using Python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Explored Movies, TV Shows, ratings, genres, countries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Identified monthly &amp; yearly trends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Extracted insights for content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72781"/>
          </a:xfrm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Understand content type distribution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Analyze ratings &amp; audience groups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Identify top contributing countries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Study seasonal release patterns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Explore dominant genres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Summarize insights &amp;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b="1" dirty="0"/>
              <a:t>Total records: </a:t>
            </a:r>
            <a:r>
              <a:rPr dirty="0"/>
              <a:t>8,790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b="1" dirty="0"/>
              <a:t>Fields: </a:t>
            </a:r>
            <a:r>
              <a:rPr dirty="0"/>
              <a:t>Type, Title, Director, Country, Rating, Duration, Genres, Date </a:t>
            </a:r>
            <a:r>
              <a:rPr lang="en-US" dirty="0"/>
              <a:t>       </a:t>
            </a:r>
            <a:r>
              <a:rPr lang="en-IN" dirty="0">
                <a:solidFill>
                  <a:srgbClr val="000000"/>
                </a:solidFill>
              </a:rPr>
              <a:t>…………</a:t>
            </a:r>
            <a:r>
              <a:rPr lang="en-IN" dirty="0"/>
              <a:t>Added</a:t>
            </a:r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b="1" dirty="0"/>
              <a:t>Data Cleaning: </a:t>
            </a:r>
            <a:r>
              <a:rPr dirty="0"/>
              <a:t>duplicates removed, missing values fixed,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date formats standardized, year/month extracted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/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Replaced missing values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Converted date formats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Extracted year/month/day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Cleaned duration column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Verified dataset consistency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/>
              <a:t>Key Visualizations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Movies vs TV Shows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Ratings Distribution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Top 10 Countries</a:t>
            </a:r>
          </a:p>
          <a:p>
            <a:pPr marL="0" indent="0">
              <a:buNone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Monthly Releases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Yearly Content Additions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Genre Frequency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Word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8401665" cy="1229032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E50914"/>
                </a:solidFill>
              </a:defRPr>
            </a:pPr>
            <a:r>
              <a:rPr i="1" u="sng" dirty="0"/>
              <a:t>Movies vs TV Shows</a:t>
            </a:r>
          </a:p>
        </p:txBody>
      </p:sp>
      <p:pic>
        <p:nvPicPr>
          <p:cNvPr id="3" name="Picture 2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31" y="1415845"/>
            <a:ext cx="7315200" cy="5236564"/>
          </a:xfrm>
          <a:prstGeom prst="rect">
            <a:avLst/>
          </a:prstGeom>
          <a:ln w="28575">
            <a:solidFill>
              <a:srgbClr val="C00000"/>
            </a:solidFill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E50914"/>
                </a:solidFill>
              </a:defRPr>
            </a:pPr>
            <a:r>
              <a:rPr i="1" u="sng" dirty="0"/>
              <a:t>Ratings Distribution</a:t>
            </a:r>
          </a:p>
        </p:txBody>
      </p:sp>
      <p:pic>
        <p:nvPicPr>
          <p:cNvPr id="3" name="Picture 2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8" y="1828800"/>
            <a:ext cx="7315200" cy="4326102"/>
          </a:xfrm>
          <a:prstGeom prst="rect">
            <a:avLst/>
          </a:prstGeom>
          <a:solidFill>
            <a:schemeClr val="accent2"/>
          </a:solidFill>
          <a:ln w="28575">
            <a:solidFill>
              <a:srgbClr val="C0000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E50914"/>
                </a:solidFill>
              </a:defRPr>
            </a:pPr>
            <a:r>
              <a:rPr i="1" u="sng" dirty="0"/>
              <a:t>Top 10 Countries</a:t>
            </a:r>
          </a:p>
        </p:txBody>
      </p:sp>
      <p:pic>
        <p:nvPicPr>
          <p:cNvPr id="3" name="Picture 2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00981"/>
            <a:ext cx="7315200" cy="4641192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50914"/>
                </a:solidFill>
              </a:defRPr>
            </a:pPr>
            <a:r>
              <a:rPr i="1" u="sng" dirty="0"/>
              <a:t>Monthly Releases</a:t>
            </a:r>
          </a:p>
        </p:txBody>
      </p:sp>
      <p:pic>
        <p:nvPicPr>
          <p:cNvPr id="3" name="Picture 2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044875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E50914"/>
                </a:solidFill>
              </a:defRPr>
            </a:pPr>
            <a:r>
              <a:rPr i="1" u="sng" dirty="0"/>
              <a:t>Yearly Content Additions</a:t>
            </a:r>
          </a:p>
        </p:txBody>
      </p:sp>
      <p:pic>
        <p:nvPicPr>
          <p:cNvPr id="3" name="Picture 2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390675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5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E50914"/>
                </a:solidFill>
              </a:defRPr>
            </a:pPr>
            <a:r>
              <a:rPr i="1" u="sng" dirty="0"/>
              <a:t>Top Genres</a:t>
            </a:r>
          </a:p>
        </p:txBody>
      </p:sp>
      <p:pic>
        <p:nvPicPr>
          <p:cNvPr id="3" name="Picture 2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0542"/>
            <a:ext cx="7315200" cy="5613808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50914"/>
                </a:solidFill>
              </a:defRPr>
            </a:pPr>
            <a:r>
              <a:rPr i="1" u="sng" dirty="0"/>
              <a:t>Word Cloud of Titles</a:t>
            </a:r>
          </a:p>
        </p:txBody>
      </p:sp>
      <p:pic>
        <p:nvPicPr>
          <p:cNvPr id="3" name="Picture 2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905573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sz="4000" i="1" u="sng" dirty="0"/>
              <a:t>Major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Netflix has more movies than TV shows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TV-MA dominates ratings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USA &amp; India lead content production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Strong growth after 2017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Most releases between Aug–Dec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Drama &amp; International genres dominate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Increase family-friendly content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Invest in regional originals (India, Korea)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Strengthen drama &amp; international genres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Release more content in peak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i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Netflix focuses on movies &amp; adult-rated content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Content expansion accelerated after 2017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Genres show strong audience demand</a:t>
            </a:r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200">
                <a:solidFill>
                  <a:srgbClr val="FFFFFF"/>
                </a:solidFill>
              </a:defRPr>
            </a:pPr>
            <a:r>
              <a:rPr dirty="0"/>
              <a:t>Insights support future content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2910347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E50914"/>
                </a:solidFill>
              </a:defRPr>
            </a:pPr>
            <a:r>
              <a:rPr sz="7200" i="1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5" y="1877961"/>
            <a:ext cx="8686800" cy="3923071"/>
          </a:xfrm>
          <a:blipFill>
            <a:blip r:embed="rId2">
              <a:alphaModFix amt="39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sz="5400" dirty="0"/>
          </a:p>
          <a:p>
            <a:pPr>
              <a:buFont typeface="Wingdings" panose="05000000000000000000" pitchFamily="2" charset="2"/>
              <a:buChar char="Ø"/>
              <a:defRPr sz="2200">
                <a:solidFill>
                  <a:srgbClr val="FFFFFF"/>
                </a:solidFill>
              </a:defRPr>
            </a:pPr>
            <a:r>
              <a:rPr sz="2800" dirty="0"/>
              <a:t>Open to questions &amp; improvements</a:t>
            </a:r>
          </a:p>
          <a:p>
            <a:pPr>
              <a:buFont typeface="Wingdings" panose="05000000000000000000" pitchFamily="2" charset="2"/>
              <a:buChar char="Ø"/>
              <a:defRPr sz="2200">
                <a:solidFill>
                  <a:srgbClr val="FFFFFF"/>
                </a:solidFill>
              </a:defRPr>
            </a:pPr>
            <a:r>
              <a:rPr sz="2800" b="1" dirty="0"/>
              <a:t>Email: </a:t>
            </a:r>
            <a:r>
              <a:rPr lang="en-US" sz="2800" dirty="0"/>
              <a:t>owais</a:t>
            </a:r>
            <a:r>
              <a:rPr sz="2800" dirty="0"/>
              <a:t>jaffari2005@gmail.com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293</Words>
  <Application>Microsoft Office PowerPoint</Application>
  <PresentationFormat>On-screen Show (4:3)</PresentationFormat>
  <Paragraphs>108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Netflix Movies &amp; TV Shows Data Analysis</vt:lpstr>
      <vt:lpstr>Project Overview</vt:lpstr>
      <vt:lpstr>Project Objectives</vt:lpstr>
      <vt:lpstr>Dataset Description</vt:lpstr>
      <vt:lpstr>Data Cleaning Steps</vt:lpstr>
      <vt:lpstr>Key Visualizations Overview</vt:lpstr>
      <vt:lpstr>Movies vs TV Shows</vt:lpstr>
      <vt:lpstr>Ratings Distribution</vt:lpstr>
      <vt:lpstr>Top 10 Countries</vt:lpstr>
      <vt:lpstr>Monthly Releases</vt:lpstr>
      <vt:lpstr>Yearly Content Additions</vt:lpstr>
      <vt:lpstr>Top Genres</vt:lpstr>
      <vt:lpstr>Word Cloud of Titles</vt:lpstr>
      <vt:lpstr>Major Insights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PRINCE JAFFARI</cp:lastModifiedBy>
  <cp:revision>2</cp:revision>
  <dcterms:created xsi:type="dcterms:W3CDTF">2013-01-27T09:14:16Z</dcterms:created>
  <dcterms:modified xsi:type="dcterms:W3CDTF">2026-01-09T21:56:04Z</dcterms:modified>
  <cp:category/>
</cp:coreProperties>
</file>